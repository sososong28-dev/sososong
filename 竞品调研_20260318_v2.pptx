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计生行业竞品调研报告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FFFFFF"/>
                </a:solidFill>
                <a:latin typeface="Microsoft YaHei"/>
              </a:defRPr>
            </a:pPr>
            <a:r>
              <a:t>2026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800" b="1">
                <a:solidFill>
                  <a:srgbClr val="1E3A8A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E3A8A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latin typeface="Microsoft YaHei"/>
              </a:defRPr>
            </a:pPr>
            <a:r>
              <a:t>行业概况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E3A8A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latin typeface="Microsoft YaHei"/>
              </a:defRPr>
            </a:pPr>
            <a:r>
              <a:t>主要竞品品牌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E3A8A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latin typeface="Microsoft YaHei"/>
              </a:defRPr>
            </a:pPr>
            <a:r>
              <a:t>市场份额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E3A8A"/>
                </a:solidFill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latin typeface="Microsoft YaHei"/>
              </a:defRPr>
            </a:pPr>
            <a:r>
              <a:t>产品线对比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E3A8A"/>
                </a:solidFill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latin typeface="Microsoft YaHei"/>
              </a:defRPr>
            </a:pPr>
            <a:r>
              <a:t>价格策略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E3A8A"/>
                </a:solidFill>
              </a:defRPr>
            </a:pPr>
            <a: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latin typeface="Microsoft YaHei"/>
              </a:defRPr>
            </a:pPr>
            <a:r>
              <a:t>营销渠道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E3A8A"/>
                </a:solidFill>
              </a:defRPr>
            </a:pPr>
            <a: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latin typeface="Microsoft YaHei"/>
              </a:defRPr>
            </a:pPr>
            <a:r>
              <a:t>社交媒体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66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E3A8A"/>
                </a:solidFill>
              </a:defRPr>
            </a:pPr>
            <a: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66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latin typeface="Microsoft YaHei"/>
              </a:defRPr>
            </a:pPr>
            <a:r>
              <a:t>新品动态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E3A8A"/>
                </a:solidFill>
              </a:defRPr>
            </a:pPr>
            <a: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latin typeface="Microsoft YaHei"/>
              </a:defRPr>
            </a:pPr>
            <a:r>
              <a:t>用户画像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E3A8A"/>
                </a:solidFill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172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latin typeface="Microsoft YaHei"/>
              </a:defRPr>
            </a:pPr>
            <a:r>
              <a:t>趋势与建议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1E3A8A"/>
                </a:solidFill>
                <a:latin typeface="Microsoft YaHei"/>
              </a:defRPr>
            </a:pPr>
            <a:r>
              <a:t>1. 行业概况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745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市场规模：2025 年约 150 亿元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46888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年增长率：8-10%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632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线上占比：65%+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品牌集中度高（CR5 &gt; 60%）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1E3A8A"/>
                </a:solidFill>
                <a:latin typeface="Microsoft YaHei"/>
              </a:defRPr>
            </a:pPr>
            <a:r>
              <a:t>2. 主要竞品品牌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745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国际品牌：杜蕾斯（英国）、杰士邦（澳洲）、冈本（日本）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46888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国产品牌：大象、名流、赤尾、羽感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632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品牌定位差异化明显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1E3A8A"/>
                </a:solidFill>
                <a:latin typeface="Microsoft YaHei"/>
              </a:defRPr>
            </a:pPr>
            <a:r>
              <a:t>3. 市场份额（线上 2025）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745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杜蕾斯：28%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46888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杰士邦：18%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632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冈本：12%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大象：8%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5196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其他：34%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1E3A8A"/>
                </a:solidFill>
                <a:latin typeface="Microsoft YaHei"/>
              </a:defRPr>
            </a:pPr>
            <a:r>
              <a:t>4. 产品线对比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745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杜蕾斯：AIR 空气套、持久装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46888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杰士邦：零感系列、玻尿酸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632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冈本：001/002/003 系列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大象：牛油果、大花套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800" b="1">
                <a:solidFill>
                  <a:srgbClr val="1E3A8A"/>
                </a:solidFill>
              </a:defRPr>
            </a:pPr>
            <a:r>
              <a:t>5. 品牌对比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品牌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产地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价格带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杜蕾斯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英国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高端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¥¥¥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杰士邦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澳洲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中高端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¥¥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日本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超薄高端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¥¥¥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大象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中国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年轻科技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¥¥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1E3A8A"/>
                </a:solidFill>
                <a:latin typeface="Microsoft YaHei"/>
              </a:defRPr>
            </a:pPr>
            <a:r>
              <a:t>6. 价格策略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745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入门款：1-8 元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46888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主流款：3-15 元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632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高端款：6-30 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1E3A8A"/>
                </a:solidFill>
                <a:latin typeface="Microsoft YaHei"/>
              </a:defRPr>
            </a:pPr>
            <a:r>
              <a:t>7. 营销渠道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745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线上：天猫/京东（60%+）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46888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即时零售：美团买药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632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直播：抖音/快手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种草：小红书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1E3A8A"/>
                </a:solidFill>
                <a:latin typeface="Microsoft YaHei"/>
              </a:defRPr>
            </a:pPr>
            <a:r>
              <a:t>8. 社交媒体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745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杜蕾斯：450 万粉丝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46888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杰士邦：180 万粉丝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632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大象：120 万粉丝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1E3A8A"/>
                </a:solidFill>
                <a:latin typeface="Microsoft YaHei"/>
              </a:defRPr>
            </a:pPr>
            <a:r>
              <a:t>9. 新品动态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745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杜蕾斯：90 周年宣传片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46888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杰士邦：零感·至薄至润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632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大象：限定大花套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1E3A8A"/>
                </a:solidFill>
                <a:latin typeface="Microsoft YaHei"/>
              </a:defRPr>
            </a:pPr>
            <a:r>
              <a:t>10. 趋势与建议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745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产品创新：更薄更舒适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46888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渠道变革：即时零售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632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Microsoft YaHei"/>
              </a:defRPr>
            </a:pPr>
            <a:r>
              <a:t>营销升级：内容营销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