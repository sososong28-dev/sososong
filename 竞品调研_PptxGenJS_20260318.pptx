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计生行业竞品调研报告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3 月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行业概况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主要竞品品牌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市场份额分析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产品线对比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价格策略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营销渠道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社交媒体表现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新品动态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5394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5394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897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趋势与建议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行业概况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市场规模：2025 年约 150 亿元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年增长率：8-10%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线上占比：65%+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品牌集中度高（CR5 &gt; 60%）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营销创新活跃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产品差异化明显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主要竞品品牌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杜蕾斯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¥¥¥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杰士邦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澳洲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冈本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超薄高端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¥¥¥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年轻科技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性价比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市场份额分析（线上 2025）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5486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2026-03-18T14:21:36Z</dcterms:created>
  <dcterms:modified xsi:type="dcterms:W3CDTF">2026-03-18T14:21:36Z</dcterms:modified>
</cp:coreProperties>
</file>