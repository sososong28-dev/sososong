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计生行业竞品调研报告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FFFFFF"/>
                </a:solidFill>
              </a:defRPr>
            </a:pPr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01 行业概况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02 主要竞品品牌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03 市场份额分析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04 产品线对比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404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05 价格策略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891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06 营销渠道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9377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07 社交媒体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4864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08 新品动态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60350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09 用户画像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658368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583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10 趋势与建议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1. 行业概况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市场规模：2025 年约 150 亿元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年增长率：8-10%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线上占比：65%+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品牌集中度 CR5 &gt; 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2. 主要竞品品牌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国际品牌：杜蕾斯（英国）、杰士邦（澳洲）、冈本（日本）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国产品牌：大象、名流、赤尾、羽感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定位差异化：高端/中端/性价比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3. 市场份额（线上 2025）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杜蕾斯：28%（第一）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杰士邦：18%（第二）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冈本：12%（第三）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大象：8%（国产品牌第一）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4. 产品线对比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杜蕾斯：AIR 空气套、持久装、润滑剂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杰士邦：零感 001/003、玻尿酸系列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冈本：001/002/003/004 超薄系列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大象：牛油果、大花套、单手打开专利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5. 价格策略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914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入门款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主流款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高端款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杜蕾斯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3-5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6-10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12-20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杰士邦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2-4 元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5-8 元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10-15 元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5-8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10-15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18-30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6. 营销渠道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线上：天猫/京东（60%+ 销售）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即时零售：美团买药/饿了么（增长快）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内容电商：抖音/快手直播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种草平台：小红书 KOL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7. 社交媒体表现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杜蕾斯：微博 450 万 + 粉丝，热点营销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杰士邦：微博 180 万 + 粉丝，NBA 赞助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大象：微博 120 万 + 粉丝，技术创新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8. 新品动态（2026）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杜蕾斯：90 周年宣传片，至薄系列升级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杰士邦：零感·至薄至润新品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大象：限定大花套，哎哟果冻套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9. 用户画像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年龄：18-24 岁 35%，25-30 岁 40%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关注因素：安全性 95%，舒适度 88%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购买偏好：注重品质 60%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3A8A"/>
                </a:solidFill>
                <a:latin typeface="Microsoft YaHei"/>
              </a:defRPr>
            </a:pPr>
            <a:r>
              <a:t>10. 趋势与建议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10972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产品创新：更薄更舒适功能性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渠道变革：即时零售私域运营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37160" cy="13716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Microsoft YaHei"/>
              </a:defRPr>
            </a:pPr>
            <a:r>
              <a:t>营销升级：内容营销社交传播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